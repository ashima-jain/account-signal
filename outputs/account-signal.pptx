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533400"/>
            <a:ext cx="7924800" cy="5238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Signal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09600" y="1171575"/>
            <a:ext cx="7924800" cy="3429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Evidence-first execution system for enterprise sellers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09600" y="1743075"/>
            <a:ext cx="7924800" cy="2571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with Factory's AI coding agent · Deployed on Netlify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914650"/>
            <a:ext cx="7924800" cy="4095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does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09600" y="3514725"/>
            <a:ext cx="7924800" cy="2857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Compresses 4 hours of account research into 30 seconds — then tells you what to do next.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09600" y="3952875"/>
            <a:ext cx="3810000" cy="2476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Core Ideas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38200" y="4314825"/>
            <a:ext cx="3581400" cy="6286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is the spine — everything cites it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38200" y="5000625"/>
            <a:ext cx="3581400" cy="6286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 / HYPOTHESIS / UNKNOWN — server-enforced labels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38200" y="5686425"/>
            <a:ext cx="3581400" cy="6286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8-signal champion test — pure function, not gut feel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38200" y="6372225"/>
            <a:ext cx="3581400" cy="6286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NBA — deal-stage weighted tiers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38200" y="7058025"/>
            <a:ext cx="3581400" cy="6286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Auto-seeding — Claude web search on account creation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724400" y="3952875"/>
            <a:ext cx="3810000" cy="2476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key principle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724400" y="4314825"/>
            <a:ext cx="3810000" cy="5524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model's job is research —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  thesis generation, web search.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24400" y="4962525"/>
            <a:ext cx="3810000" cy="5524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code's job is judgment —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  FACT invariant, champion tier, NBA, staleness.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24400" y="5619750"/>
            <a:ext cx="3810000" cy="27622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proposes; the code verifies.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8734425"/>
            <a:ext cx="7924800" cy="4095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09600" y="9334500"/>
            <a:ext cx="3810000" cy="2476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4724400" y="9334500"/>
            <a:ext cx="3810000" cy="2476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domain model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953000" y="10506075"/>
            <a:ext cx="3581400" cy="2667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 invariant — claimInvariantError()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953000" y="10829925"/>
            <a:ext cx="3581400" cy="2667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Champion tier — pure function of signals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953000" y="11153775"/>
            <a:ext cx="3581400" cy="2667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NBA engine — deal-stage weighted tiers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953000" y="11477625"/>
            <a:ext cx="3581400" cy="2667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Staleness — 90-day threshold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24400" y="11877675"/>
            <a:ext cx="381000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46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 vitest tests lock in every invariant.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646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  Git push → Netlify auto-deploys.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3973175"/>
            <a:ext cx="7924800" cy="4095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Best Action — deal-stage weighted tiers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09600" y="14573250"/>
            <a:ext cx="7924800" cy="5143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candidate changes priority depending on where the deal is.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Stage is inferred from account state — not manually set.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600" y="15220950"/>
            <a:ext cx="2695575" cy="31432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305175" y="15220950"/>
            <a:ext cx="1657350" cy="31432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953000" y="15220950"/>
            <a:ext cx="1733550" cy="31432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686550" y="15220950"/>
            <a:ext cx="1847850" cy="31432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Negotiation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09600" y="15535275"/>
            <a:ext cx="2695575" cy="3048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Overdue action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305175" y="15535275"/>
            <a:ext cx="1657350" cy="3048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953000" y="15535275"/>
            <a:ext cx="1733550" cy="3048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686550" y="15535275"/>
            <a:ext cx="1847850" cy="3048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09600" y="15840075"/>
            <a:ext cx="2695575" cy="3048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evidence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05175" y="15840075"/>
            <a:ext cx="1657350" cy="3048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53000" y="15840075"/>
            <a:ext cx="1733550" cy="3048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46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686550" y="15840075"/>
            <a:ext cx="1847850" cy="3048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46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09600" y="16144875"/>
            <a:ext cx="2695575" cy="3048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economic buyer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05175" y="16144875"/>
            <a:ext cx="1657350" cy="3048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46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53000" y="16144875"/>
            <a:ext cx="1733550" cy="3048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686550" y="16144875"/>
            <a:ext cx="1847850" cy="3048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09600" y="16449675"/>
            <a:ext cx="2695575" cy="3048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UNKNOWN claims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05175" y="16449675"/>
            <a:ext cx="1657350" cy="3048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6F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53000" y="16449675"/>
            <a:ext cx="1733550" cy="3048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686550" y="16449675"/>
            <a:ext cx="1847850" cy="3048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6F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09600" y="16754475"/>
            <a:ext cx="2695575" cy="3048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Champion test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305175" y="16754475"/>
            <a:ext cx="1657350" cy="3048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53000" y="16754475"/>
            <a:ext cx="1733550" cy="3048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686550" y="16754475"/>
            <a:ext cx="1847850" cy="3048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09600" y="17059275"/>
            <a:ext cx="2695575" cy="3048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Stale claims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305175" y="17059275"/>
            <a:ext cx="1657350" cy="3048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46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953000" y="17059275"/>
            <a:ext cx="1733550" cy="3048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6F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686550" y="17059275"/>
            <a:ext cx="1847850" cy="3048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09600" y="17497425"/>
            <a:ext cx="792480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46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inference: no claims = Discovery · claims but no validated wedges = Evaluation · validated wedge = Negotiation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2026-08-26T08:06:12Z</dcterms:created>
  <dcterms:modified xsi:type="dcterms:W3CDTF">2026-08-26T08:06:12Z</dcterms:modified>
</cp:coreProperties>
</file>